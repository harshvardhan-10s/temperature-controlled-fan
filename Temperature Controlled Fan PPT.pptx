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4" r:id="rId7"/>
    <p:sldId id="261" r:id="rId8"/>
    <p:sldId id="262" r:id="rId9"/>
    <p:sldId id="263" r:id="rId10"/>
  </p:sldIdLst>
  <p:sldSz cx="12192000" cy="6858000"/>
  <p:notesSz cx="6858000" cy="9144000"/>
  <p:embeddedFontLst>
    <p:embeddedFont>
      <p:font typeface="Calibri" panose="020F0502020204030204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488315" y="1169670"/>
            <a:ext cx="11215500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 TITLE:-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Temperature Controlled Fan Using ESP8266</a:t>
            </a:r>
            <a:endParaRPr lang="en-US"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4111788" y="334575"/>
            <a:ext cx="4033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 :-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54305" y="1953609"/>
            <a:ext cx="11883390" cy="354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ESP8266 (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an LM35 temperature sensor and a relay module are used in this project to create a Temperature Controlled Fan. The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receives analog signals from the LM35 sensor, which continuously measures the outside temperature. The relay is triggered to turn on a DC fan when the temperature rises above a predetermined threshold, such as 30°C. The fan automatically shuts off if the temperature drops below the threshold. This system is perfect for applications like energy-efficient ventilation or smart cooling because it helps maintain a controlled environment.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2693" y="1796691"/>
            <a:ext cx="103257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1. Aim is to automatically turn on or off an DC fan depending on the room temperature.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2. Utilizing an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NodeMCU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(ESP8266) to process the temperature data and control the fan through a relay module.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3. Implementing a relay so that the switch safely turn on &amp; off  the DC fan, preventing direct exposure to high voltage​.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4. Offers a self made method to maintain comfortable room temperature without manual fan operation.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544163" y="268911"/>
            <a:ext cx="208276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Objectives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4310400" y="138400"/>
            <a:ext cx="3571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 :- </a:t>
            </a:r>
            <a:endParaRPr sz="28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282000" y="854075"/>
            <a:ext cx="11628000" cy="7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Designing of the System:</a:t>
            </a:r>
            <a:endParaRPr sz="1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/>
              <a:buChar char="●"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design of the system is all about reading temperature using the LM35 sensor and using the data to control the speed of a AC fan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/>
              <a:buChar char="●"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fan speed is adjusted using PWM signals from the Arduino based on the temperature.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Algorithm:</a:t>
            </a:r>
            <a:endParaRPr sz="1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/>
              <a:buChar char="●"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Reading analog voltage from LM35 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/>
              <a:buChar char="●"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Converting voltage to temperature using the formula: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Temperature (°C) = (Analog Voltage in mV) / 10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/>
              <a:buChar char="●"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Checking the temperature range and set fan speed accordingly: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Below threshold (e.g., &lt;25°C): Fan OFF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Medium range (25°C–35°C): Medium speed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Higher range (&gt;35°C): High speed or full speed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/>
              <a:buChar char="●"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Generating PWM output from Arduino to control the transistor and, in turn, the fan speed.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Coding (Arduino Programming):</a:t>
            </a:r>
            <a:endParaRPr sz="1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 panose="02020603050405020304"/>
              <a:buChar char="●"/>
            </a:pPr>
            <a:r>
              <a:rPr lang="en-US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Embedded C/C++ using Arduino IDE.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Using analogRead() for sensor input and analogWrite() to generate PWM signals.</a:t>
            </a:r>
            <a:endParaRPr lang="en-US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Including conditional logic to control fan speed based on temperature ranges.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497826" y="204518"/>
            <a:ext cx="6094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Tools &amp; Components:-</a:t>
            </a:r>
            <a:endParaRPr sz="28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497826" y="940278"/>
            <a:ext cx="11798700" cy="264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dirty="0">
                <a:solidFill>
                  <a:srgbClr val="121212"/>
                </a:solidFill>
                <a:highlight>
                  <a:srgbClr val="FFFFFF"/>
                </a:highlight>
              </a:rPr>
              <a:t> </a:t>
            </a:r>
            <a:endParaRPr sz="1300" dirty="0">
              <a:solidFill>
                <a:srgbClr val="121212"/>
              </a:solidFill>
              <a:highlight>
                <a:srgbClr val="FFFFFF"/>
              </a:highlight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Times New Roman" panose="02020603050405020304"/>
              <a:buAutoNum type="arabicPeriod"/>
            </a:pPr>
            <a:r>
              <a:rPr lang="en-US" sz="1600" dirty="0" err="1">
                <a:solidFill>
                  <a:srgbClr val="121212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NodeMCU</a:t>
            </a:r>
            <a:r>
              <a:rPr lang="en-US" sz="1600" dirty="0">
                <a:solidFill>
                  <a:srgbClr val="121212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(ESP8266)</a:t>
            </a:r>
            <a:endParaRPr sz="1600" dirty="0">
              <a:solidFill>
                <a:srgbClr val="121212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Times New Roman" panose="02020603050405020304"/>
              <a:buAutoNum type="arabicPeriod"/>
            </a:pPr>
            <a:r>
              <a:rPr lang="en-US" sz="1600" dirty="0">
                <a:solidFill>
                  <a:srgbClr val="121212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LM35 temperature sensor</a:t>
            </a:r>
            <a:endParaRPr sz="1600" dirty="0">
              <a:solidFill>
                <a:srgbClr val="121212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Times New Roman" panose="02020603050405020304"/>
              <a:buAutoNum type="arabicPeriod"/>
            </a:pPr>
            <a:r>
              <a:rPr lang="en-US" sz="1600" dirty="0">
                <a:solidFill>
                  <a:srgbClr val="121212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5V single channel Relay Module</a:t>
            </a:r>
            <a:endParaRPr lang="en-US" sz="1600" dirty="0">
              <a:solidFill>
                <a:srgbClr val="121212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Times New Roman" panose="02020603050405020304"/>
              <a:buAutoNum type="arabicPeriod"/>
            </a:pPr>
            <a:r>
              <a:rPr lang="en-US" sz="1600" dirty="0">
                <a:solidFill>
                  <a:srgbClr val="121212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DC Fan (12V/5V)</a:t>
            </a:r>
            <a:endParaRPr lang="en-US" sz="1600" dirty="0">
              <a:solidFill>
                <a:srgbClr val="121212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Times New Roman" panose="02020603050405020304"/>
              <a:buAutoNum type="arabicPeriod"/>
            </a:pPr>
            <a:r>
              <a:rPr lang="en-US" sz="1600" dirty="0">
                <a:solidFill>
                  <a:srgbClr val="121212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DC Adapter </a:t>
            </a:r>
            <a:endParaRPr lang="en-US" sz="1600" dirty="0">
              <a:solidFill>
                <a:srgbClr val="121212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600"/>
              <a:buFont typeface="Times New Roman" panose="02020603050405020304"/>
              <a:buAutoNum type="arabicPeriod"/>
            </a:pPr>
            <a:r>
              <a:rPr lang="en-US" sz="1600" dirty="0">
                <a:solidFill>
                  <a:srgbClr val="121212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Jumper Wires </a:t>
            </a:r>
            <a:endParaRPr sz="1600" dirty="0">
              <a:solidFill>
                <a:srgbClr val="121212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497825" y="3527900"/>
            <a:ext cx="46695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 Tools:-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497825" y="4203325"/>
            <a:ext cx="9966300" cy="2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Arduino IDE</a:t>
            </a:r>
            <a:endParaRPr sz="1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Embedded C/C++ Programming language used in the Arduino sketch.</a:t>
            </a:r>
            <a:endParaRPr sz="1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2515494" y="156688"/>
            <a:ext cx="716101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Integration &amp; Circuit Design</a:t>
            </a:r>
            <a:endParaRPr sz="3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291144" y="1028363"/>
            <a:ext cx="4491168" cy="686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LM35 to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3V3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GND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A0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Relay to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3V3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GND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D1 (GPIO5)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Fan via Relay and Adapter: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+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COM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NO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+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–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–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312" y="1458468"/>
            <a:ext cx="6318504" cy="3941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7462" y="329184"/>
            <a:ext cx="4037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8432" y="1892808"/>
            <a:ext cx="113751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system accurately sensed temperature using the LM35 sensor and displayed readings via the serial monitor.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fan turned ON when temperature exceeded 30°C and turned OFF when it dropped below, as expected.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Relay switching was stable, with no false triggering or flickering during operation.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Electrical isolation between the ESP8266 and fan power ensured safe and reliable performance.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setup is suitable for smart cooling applications and can be extended to IoT-based monitoring.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2949</Words>
  <Application>WPS Presentation</Application>
  <PresentationFormat>Widescreen</PresentationFormat>
  <Paragraphs>112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Open Sans</vt:lpstr>
      <vt:lpstr>Segoe Print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Preeti Kulkarni</dc:creator>
  <cp:lastModifiedBy>Harshvardhan Shinde</cp:lastModifiedBy>
  <cp:revision>3</cp:revision>
  <dcterms:created xsi:type="dcterms:W3CDTF">2024-12-04T14:28:00Z</dcterms:created>
  <dcterms:modified xsi:type="dcterms:W3CDTF">2025-12-02T06:57:03Z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13C0553222D24FB5899DA041D7242D12_13</vt:lpwstr>
  </property>
  <property fmtid="{D5CDD505-2E9C-101B-9397-08002B2CF9AE}" pid="3" name="KSOProductBuildVer">
    <vt:lpwstr>1033-12.2.0.23155</vt:lpwstr>
  </property>
</Properties>
</file>